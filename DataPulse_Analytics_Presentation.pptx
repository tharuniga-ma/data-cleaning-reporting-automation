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0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6B4"/>
          </a:solidFill>
          <a:ln w="12700">
            <a:solidFill>
              <a:srgbClr val="00E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DATAPULSE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Analytics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 Sample Report  ·  Sales &amp; Operations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108960"/>
            <a:ext cx="1920240" cy="54864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$2.84M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3749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3108960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3108960"/>
            <a:ext cx="1920240" cy="54864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24328" y="3749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CLEANED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108960"/>
            <a:ext cx="1920240" cy="54864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$5,686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73168" y="3749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VALUE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3108960"/>
            <a:ext cx="1920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3108960"/>
            <a:ext cx="1920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3.16★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22008" y="3749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CUSTOMER RATING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DataForge Cleaned Your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20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1920240" cy="64008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Raw 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30428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rows × 13 cols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duplicates found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944368"/>
            <a:ext cx="228600" cy="0"/>
          </a:xfrm>
          <a:prstGeom prst="line">
            <a:avLst/>
          </a:prstGeom>
          <a:noFill/>
          <a:ln w="25400">
            <a:solidFill>
              <a:srgbClr val="00E6B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468880" y="1325880"/>
            <a:ext cx="1920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325880"/>
            <a:ext cx="1920240" cy="64008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8608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🧹 Clean &amp; Impute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30428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customer names filled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quantities → median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discounts imputed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944368"/>
            <a:ext cx="228600" cy="0"/>
          </a:xfrm>
          <a:prstGeom prst="line">
            <a:avLst/>
          </a:prstGeom>
          <a:noFill/>
          <a:ln w="25400">
            <a:solidFill>
              <a:srgbClr val="00E6B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617720" y="1325880"/>
            <a:ext cx="1920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325880"/>
            <a:ext cx="1920240" cy="64008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7448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Outlier Handling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230428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outliers capped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 rating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revenue column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944368"/>
            <a:ext cx="228600" cy="0"/>
          </a:xfrm>
          <a:prstGeom prst="line">
            <a:avLst/>
          </a:prstGeom>
          <a:noFill/>
          <a:ln w="25400">
            <a:solidFill>
              <a:srgbClr val="00E6B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766560" y="1325880"/>
            <a:ext cx="1920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325880"/>
            <a:ext cx="19202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Validated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230428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 × 13 cols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issue flagged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Cleaning completed at 07:52:02  ·  Unit price flagged: 20 negative values detected  ·  Text standardized in 5 categorical columns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54864" cy="1463040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90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$2,843,068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500 orders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32588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325880"/>
            <a:ext cx="54864" cy="1463040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90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9272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9272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F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9272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32588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325880"/>
            <a:ext cx="54864" cy="1463040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490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53912" y="1837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$5,686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53912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VALUE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53912" y="2514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revenue/order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017520"/>
            <a:ext cx="54864" cy="1463040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182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3.16 / 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4632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7-point scale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301752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3017520"/>
            <a:ext cx="54864" cy="1463040"/>
          </a:xfrm>
          <a:prstGeom prst="rect">
            <a:avLst/>
          </a:prstGeom>
          <a:solidFill>
            <a:srgbClr val="FF5F87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182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1927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319272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5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CATEGORY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9272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3017520"/>
            <a:ext cx="26060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017520"/>
            <a:ext cx="54864" cy="1463040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3182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5391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Bob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53912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SALES REP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53912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Revenue Trend  (2022 – 2024)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8412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Revenue shows steady growth from 2022–2024  ·  Orange dashed line = 3-month rolling average  ·  Clear seasonality visible Q3/Q4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&amp; STATUS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by Category  &amp;  Order Status Breakdown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84632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4791456" cy="3456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1234440"/>
            <a:ext cx="347472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261872"/>
            <a:ext cx="341985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GEOGRAPHIC BREAKDOWN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Distribution by Region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7548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4700016" cy="3511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234440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7800" y="1234440"/>
            <a:ext cx="54864" cy="566928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6672" y="1325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76672" y="1563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 of total revenue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E6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21.8%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57800" y="1892808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57800" y="1892808"/>
            <a:ext cx="54864" cy="566928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6672" y="1984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76672" y="2221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 of total revenue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0" y="1984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4F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19.7%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57800" y="2551176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00" y="2551176"/>
            <a:ext cx="54864" cy="566928"/>
          </a:xfrm>
          <a:prstGeom prst="rect">
            <a:avLst/>
          </a:prstGeom>
          <a:solidFill>
            <a:srgbClr val="FF5F87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76672" y="2642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76672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 of total revenue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0" y="2642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5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20.9%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257800" y="3209544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57800" y="3209544"/>
            <a:ext cx="54864" cy="566928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76672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76672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 of total revenue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0" y="3300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B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19.4%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257800" y="3867912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57800" y="3867912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76672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76672" y="4197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 of total revenue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15200" y="3959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18.2%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TEAM 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 &amp; Revenue per Sales Representative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8449056" cy="3456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Bob leads in total revenue  ·  Alice &amp; Charlie follow closely in order volume  ·  Diana shows consistent high avg order values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 &amp; CORRELATIONS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Correlations  &amp;  Dataset Quality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7091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4654296" cy="3511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12080" y="1234440"/>
            <a:ext cx="36118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0" y="1234440"/>
            <a:ext cx="54864" cy="713232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307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Zero Null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49240" y="15636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256 missing entries imputed via median/mode strategy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075688"/>
            <a:ext cx="36118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075688"/>
            <a:ext cx="54864" cy="713232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High Correlation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49240" y="2404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↔ Quantity: 0.64  |  Revenue ↔ Unit Price: 0.62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0" y="2916936"/>
            <a:ext cx="36118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2916936"/>
            <a:ext cx="54864" cy="713232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2990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Outlier Alert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4924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negative unit prices detected — review pricing data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0" y="3758184"/>
            <a:ext cx="36118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758184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9240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Cleanliness Score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49240" y="4087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achieved 100% completeness after cleaning pipeline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CAPABILITIES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DataPulse Dashboard  —  Feature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 Smart 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and multi-format file ingestion with auto-detection of types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35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Auto Profiling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column profiling — null%, cardinality, type mismatches, samples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325880"/>
            <a:ext cx="2651760" cy="54864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35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🧹  Cleaning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One-click: drop duplicates, impute missing, fix dtypes, normalize text, remove outliers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1752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Visual Explorer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built-in chart types: distributions, correlations, scatter, trends, heatmaps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017520"/>
            <a:ext cx="2651760" cy="54864"/>
          </a:xfrm>
          <a:prstGeom prst="rect">
            <a:avLst/>
          </a:prstGeom>
          <a:solidFill>
            <a:srgbClr val="FF5F87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AI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pattern detection: skew, outlier density, multicollinearity, dominant categories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6517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3017520"/>
            <a:ext cx="2651760" cy="54864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 Export Reports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Markdown, CSV stats, and professional PDF report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AI-STYLE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Findings from DataPulse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438912"/>
          </a:xfrm>
          <a:prstGeom prst="rect">
            <a:avLst/>
          </a:prstGeom>
          <a:solidFill>
            <a:srgbClr val="0D12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97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8 insights auto-generated from 500 rows × 13 columns by DataPulse Enterprise v2.1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54864" cy="877824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Complete Dataset After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detected after pipeline — dataset is fully populated and ready for modeling.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37360"/>
            <a:ext cx="54864" cy="877824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Moderate Revenue Spread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121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std dev is $5,484 vs mean $5,686 — high variance. Distribution skewed right by large orders.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61488"/>
            <a:ext cx="54864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Quantity–Revenue Correlation (0.64)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link between quantity ordered and revenue. Bulk orders drive disproportionate revenue.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761488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61488"/>
            <a:ext cx="54864" cy="877824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Price–Revenue Correlation (0.62)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unit price strongly tied to revenue. Premium pricing strategy amplifies top-line performance.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785616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85616"/>
            <a:ext cx="54864" cy="877824"/>
          </a:xfrm>
          <a:prstGeom prst="rect">
            <a:avLst/>
          </a:prstGeom>
          <a:solidFill>
            <a:srgbClr val="FF5F87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Negative Pricing Detected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696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 contain negative unit prices. Likely data entry errors or credit notes — requires cleansing before ML.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4160520" cy="8778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785616"/>
            <a:ext cx="54864" cy="877824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 Outliers Capped Successfully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1696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rating outliers (&gt;7) and 4 revenue outliers capped using IQR strategy to prevent model distortion.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E6B4"/>
          </a:solidFill>
          <a:ln w="12700">
            <a:solidFill>
              <a:srgbClr val="00E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&amp; Action Items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FF5F87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Investigate Negative Unit Prices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records with negative unit prices need root-cause analysis. Flag for data governance team before predictive modeling.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58568"/>
            <a:ext cx="54864" cy="713232"/>
          </a:xfrm>
          <a:prstGeom prst="rect">
            <a:avLst/>
          </a:prstGeom>
          <a:solidFill>
            <a:srgbClr val="00E6B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Leverage Bulk-Order Leverage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24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Quantity–Revenue correlation of 0.64 confirms bulk orders drive growth. Design tiered discount strategy to incentivize larger orders.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99816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99816"/>
            <a:ext cx="54864" cy="713232"/>
          </a:xfrm>
          <a:prstGeom prst="rect">
            <a:avLst/>
          </a:prstGeom>
          <a:solidFill>
            <a:srgbClr val="4F8EFF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912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 Sports &amp; Books Categories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655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leads in revenue. Books shows consistent high order values. Double down on category-specific marketing campaigns.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41064"/>
            <a:ext cx="841248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41064"/>
            <a:ext cx="54864" cy="713232"/>
          </a:xfrm>
          <a:prstGeom prst="rect">
            <a:avLst/>
          </a:prstGeom>
          <a:solidFill>
            <a:srgbClr val="FFB84D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Replicate Bob's Sales Playbook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06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leads team in revenue generation. Conduct knowledge-sharing sessions to elevate Alice and Charlie's techniques.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220"/>
          </a:solidFill>
          <a:ln w="12700">
            <a:solidFill>
              <a:srgbClr val="080C1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718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DataPulse + DataForge Analytics Report</dc:title>
  <dc:subject>PptxGenJS Presentation</dc:subject>
  <dc:creator>DataPulse Enterprise v2.1</dc:creator>
  <cp:lastModifiedBy>Microsoft account</cp:lastModifiedBy>
  <cp:revision>2</cp:revision>
  <dcterms:created xsi:type="dcterms:W3CDTF">2026-05-24T10:04:58Z</dcterms:created>
  <dcterms:modified xsi:type="dcterms:W3CDTF">2026-05-24T10:13:07Z</dcterms:modified>
</cp:coreProperties>
</file>